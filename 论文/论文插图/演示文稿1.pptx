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50399950" cy="270002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>
      <p:cViewPr varScale="1">
        <p:scale>
          <a:sx n="29" d="100"/>
          <a:sy n="29" d="100"/>
        </p:scale>
        <p:origin x="15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5" y="4418785"/>
            <a:ext cx="37799963" cy="9400070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5" y="14181357"/>
            <a:ext cx="37799963" cy="6518796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9352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55801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9" y="6731305"/>
            <a:ext cx="43469957" cy="11231331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9" y="18068888"/>
            <a:ext cx="43469957" cy="5906292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75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72283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7" y="7187554"/>
            <a:ext cx="21419979" cy="17131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7" y="7187554"/>
            <a:ext cx="21419979" cy="17131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65022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2" y="1437513"/>
            <a:ext cx="43469957" cy="521879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5" y="6618801"/>
            <a:ext cx="21321539" cy="3243772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5" y="9862574"/>
            <a:ext cx="21321539" cy="14506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7" y="6618801"/>
            <a:ext cx="21426543" cy="3243772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7" y="9862574"/>
            <a:ext cx="21426543" cy="14506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73010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889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3032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800014"/>
            <a:ext cx="16255294" cy="6300047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5" y="3887532"/>
            <a:ext cx="25514975" cy="19187642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8100060"/>
            <a:ext cx="16255294" cy="1500636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2619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800014"/>
            <a:ext cx="16255294" cy="6300047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5" y="3887532"/>
            <a:ext cx="25514975" cy="19187642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8100060"/>
            <a:ext cx="16255294" cy="15006363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69829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19173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6" y="1437512"/>
            <a:ext cx="10867489" cy="22881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437512"/>
            <a:ext cx="31972468" cy="2288142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8416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8" y="1437513"/>
            <a:ext cx="43469957" cy="52187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8" y="7187554"/>
            <a:ext cx="43469957" cy="17131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8" y="25025188"/>
            <a:ext cx="11339989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9782-0D02-4F74-9629-5E296931DC70}" type="datetimeFigureOut">
              <a:rPr lang="zh-SG" altLang="en-US" smtClean="0"/>
              <a:t>16/4/2026</a:t>
            </a:fld>
            <a:endParaRPr lang="zh-SG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5" y="25025188"/>
            <a:ext cx="17009983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7" y="25025188"/>
            <a:ext cx="11339989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ACCC1-5AC0-499A-8D80-BC63D9611780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67151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9E9AB9F-E848-4092-0BB7-BB8025A8E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53" y="916727"/>
            <a:ext cx="17894079" cy="23678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3FDF77-014F-D41B-FE8B-76F3CA1BE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8154" y="916727"/>
            <a:ext cx="17894080" cy="2367828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AC78F47-9066-F860-570A-48EE2C946152}"/>
              </a:ext>
            </a:extLst>
          </p:cNvPr>
          <p:cNvSpPr/>
          <p:nvPr/>
        </p:nvSpPr>
        <p:spPr>
          <a:xfrm>
            <a:off x="25811922" y="6562831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3F8A79-2907-1A6A-44D2-0C48FE7842F9}"/>
              </a:ext>
            </a:extLst>
          </p:cNvPr>
          <p:cNvSpPr/>
          <p:nvPr/>
        </p:nvSpPr>
        <p:spPr>
          <a:xfrm>
            <a:off x="25827161" y="13856048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SG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BF6F64-21BD-3B7B-CB61-075C7D6ABF26}"/>
              </a:ext>
            </a:extLst>
          </p:cNvPr>
          <p:cNvSpPr/>
          <p:nvPr/>
        </p:nvSpPr>
        <p:spPr>
          <a:xfrm>
            <a:off x="44037398" y="9534420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SG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BE16C71-962B-1B01-EE34-4CE2625688BF}"/>
              </a:ext>
            </a:extLst>
          </p:cNvPr>
          <p:cNvCxnSpPr>
            <a:cxnSpLocks/>
          </p:cNvCxnSpPr>
          <p:nvPr/>
        </p:nvCxnSpPr>
        <p:spPr>
          <a:xfrm>
            <a:off x="28260040" y="7038577"/>
            <a:ext cx="60807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0C4766-4925-B4E2-4020-C801B19FF59D}"/>
              </a:ext>
            </a:extLst>
          </p:cNvPr>
          <p:cNvCxnSpPr>
            <a:cxnSpLocks/>
          </p:cNvCxnSpPr>
          <p:nvPr/>
        </p:nvCxnSpPr>
        <p:spPr>
          <a:xfrm flipV="1">
            <a:off x="34325560" y="6404004"/>
            <a:ext cx="0" cy="6345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85448A8-D186-22E2-57A0-DF61C22941CB}"/>
              </a:ext>
            </a:extLst>
          </p:cNvPr>
          <p:cNvCxnSpPr>
            <a:cxnSpLocks/>
          </p:cNvCxnSpPr>
          <p:nvPr/>
        </p:nvCxnSpPr>
        <p:spPr>
          <a:xfrm>
            <a:off x="34325560" y="6419244"/>
            <a:ext cx="18948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AFFA195-3AD3-FED6-6AB7-B9D4E94C6B6E}"/>
              </a:ext>
            </a:extLst>
          </p:cNvPr>
          <p:cNvCxnSpPr>
            <a:cxnSpLocks/>
          </p:cNvCxnSpPr>
          <p:nvPr/>
        </p:nvCxnSpPr>
        <p:spPr>
          <a:xfrm>
            <a:off x="28275281" y="14328309"/>
            <a:ext cx="61722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FFC1C4B-234C-1C14-C1C8-46F725E28233}"/>
              </a:ext>
            </a:extLst>
          </p:cNvPr>
          <p:cNvCxnSpPr>
            <a:cxnSpLocks/>
          </p:cNvCxnSpPr>
          <p:nvPr/>
        </p:nvCxnSpPr>
        <p:spPr>
          <a:xfrm flipV="1">
            <a:off x="34447480" y="12900113"/>
            <a:ext cx="0" cy="14281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5A35C02-95AC-FB5F-D870-D84CFBCFAE06}"/>
              </a:ext>
            </a:extLst>
          </p:cNvPr>
          <p:cNvCxnSpPr>
            <a:cxnSpLocks/>
          </p:cNvCxnSpPr>
          <p:nvPr/>
        </p:nvCxnSpPr>
        <p:spPr>
          <a:xfrm>
            <a:off x="34434780" y="12900113"/>
            <a:ext cx="177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8154C82-C225-E02B-9A99-47AC898E8B05}"/>
              </a:ext>
            </a:extLst>
          </p:cNvPr>
          <p:cNvCxnSpPr>
            <a:cxnSpLocks/>
          </p:cNvCxnSpPr>
          <p:nvPr/>
        </p:nvCxnSpPr>
        <p:spPr>
          <a:xfrm flipH="1">
            <a:off x="40904160" y="8936944"/>
            <a:ext cx="22992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789C0DD-A475-2819-2292-F585215F6D5E}"/>
              </a:ext>
            </a:extLst>
          </p:cNvPr>
          <p:cNvCxnSpPr>
            <a:cxnSpLocks/>
          </p:cNvCxnSpPr>
          <p:nvPr/>
        </p:nvCxnSpPr>
        <p:spPr>
          <a:xfrm flipV="1">
            <a:off x="43203446" y="8929324"/>
            <a:ext cx="0" cy="10761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A54370B-5DF2-018C-A123-ADE7FE833587}"/>
              </a:ext>
            </a:extLst>
          </p:cNvPr>
          <p:cNvCxnSpPr>
            <a:cxnSpLocks/>
          </p:cNvCxnSpPr>
          <p:nvPr/>
        </p:nvCxnSpPr>
        <p:spPr>
          <a:xfrm>
            <a:off x="43203446" y="9997830"/>
            <a:ext cx="833952" cy="7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719B1E6C-1C9A-8E22-7A8F-957F5492695E}"/>
              </a:ext>
            </a:extLst>
          </p:cNvPr>
          <p:cNvSpPr/>
          <p:nvPr/>
        </p:nvSpPr>
        <p:spPr>
          <a:xfrm>
            <a:off x="18618200" y="23926800"/>
            <a:ext cx="2823597" cy="668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96EE47A-7C91-07AB-B247-8BCFBFF59B74}"/>
              </a:ext>
            </a:extLst>
          </p:cNvPr>
          <p:cNvSpPr/>
          <p:nvPr/>
        </p:nvSpPr>
        <p:spPr>
          <a:xfrm>
            <a:off x="44419356" y="24159249"/>
            <a:ext cx="2823597" cy="668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8B16DB7-897A-0C80-CF4D-42B95B024E7C}"/>
              </a:ext>
            </a:extLst>
          </p:cNvPr>
          <p:cNvSpPr txBox="1"/>
          <p:nvPr/>
        </p:nvSpPr>
        <p:spPr>
          <a:xfrm>
            <a:off x="10110574" y="25038419"/>
            <a:ext cx="47080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SG" altLang="en-US" sz="3500" b="1" dirty="0">
                <a:latin typeface="+mn-ea"/>
              </a:rPr>
              <a:t>原始 </a:t>
            </a:r>
            <a:r>
              <a:rPr lang="en-US" altLang="zh-SG" sz="3500" b="1" dirty="0">
                <a:latin typeface="+mn-ea"/>
              </a:rPr>
              <a:t>YOLO11n </a:t>
            </a:r>
            <a:r>
              <a:rPr lang="zh-SG" altLang="en-US" sz="3500" b="1" dirty="0">
                <a:latin typeface="+mn-ea"/>
              </a:rPr>
              <a:t>架构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ECDC99-6577-3F5D-5846-160338B3A7F6}"/>
              </a:ext>
            </a:extLst>
          </p:cNvPr>
          <p:cNvSpPr txBox="1"/>
          <p:nvPr/>
        </p:nvSpPr>
        <p:spPr>
          <a:xfrm>
            <a:off x="37443277" y="25038419"/>
            <a:ext cx="52914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SG" altLang="en-US" sz="3500" b="1" dirty="0">
                <a:latin typeface="+mn-ea"/>
              </a:rPr>
              <a:t>改进 </a:t>
            </a:r>
            <a:r>
              <a:rPr lang="en-US" altLang="zh-SG" sz="3500" b="1" dirty="0">
                <a:latin typeface="+mn-ea"/>
              </a:rPr>
              <a:t>YOLO11n-ELA </a:t>
            </a:r>
            <a:r>
              <a:rPr lang="zh-SG" altLang="en-US" sz="3500" b="1" dirty="0">
                <a:latin typeface="+mn-ea"/>
              </a:rPr>
              <a:t>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B4897E-1ECD-36D7-6256-5592646F6C50}"/>
              </a:ext>
            </a:extLst>
          </p:cNvPr>
          <p:cNvSpPr txBox="1"/>
          <p:nvPr/>
        </p:nvSpPr>
        <p:spPr>
          <a:xfrm>
            <a:off x="12599894" y="13316181"/>
            <a:ext cx="25199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8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SG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3.5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194088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D9184-F7D4-5CAA-40CC-43AA43EE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BD4569D-8020-8912-3A8A-F06B1AC85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53" y="916727"/>
            <a:ext cx="17894079" cy="23678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776DD76-B45E-2760-ED8E-1AFE93020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8154" y="916727"/>
            <a:ext cx="17894080" cy="2367828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9B0BD5A2-AC84-86FF-0068-77CC1E94A2F6}"/>
              </a:ext>
            </a:extLst>
          </p:cNvPr>
          <p:cNvSpPr/>
          <p:nvPr/>
        </p:nvSpPr>
        <p:spPr>
          <a:xfrm>
            <a:off x="25811922" y="6562831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BBCBBC-3782-32F3-9F64-C02D0D7F5C5D}"/>
              </a:ext>
            </a:extLst>
          </p:cNvPr>
          <p:cNvSpPr/>
          <p:nvPr/>
        </p:nvSpPr>
        <p:spPr>
          <a:xfrm>
            <a:off x="25827161" y="13856048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SG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2ECB27-E964-DE22-1C43-BF7C61EED94E}"/>
              </a:ext>
            </a:extLst>
          </p:cNvPr>
          <p:cNvSpPr/>
          <p:nvPr/>
        </p:nvSpPr>
        <p:spPr>
          <a:xfrm>
            <a:off x="44037398" y="9534420"/>
            <a:ext cx="2432879" cy="9283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SG" sz="3599" b="1" dirty="0">
                <a:solidFill>
                  <a:srgbClr val="000000"/>
                </a:solidFill>
              </a:rPr>
              <a:t>ELA</a:t>
            </a:r>
            <a:endParaRPr lang="zh-SG" altLang="en-US" sz="1287" b="1" dirty="0">
              <a:solidFill>
                <a:srgbClr val="000000"/>
              </a:solidFill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1F5BDEF-4945-588B-A8C4-F17AFFFB681A}"/>
              </a:ext>
            </a:extLst>
          </p:cNvPr>
          <p:cNvCxnSpPr>
            <a:cxnSpLocks/>
          </p:cNvCxnSpPr>
          <p:nvPr/>
        </p:nvCxnSpPr>
        <p:spPr>
          <a:xfrm>
            <a:off x="28260040" y="7038577"/>
            <a:ext cx="608076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C3CB0DD3-1402-E3C2-63A0-C0DFEF0A96A2}"/>
              </a:ext>
            </a:extLst>
          </p:cNvPr>
          <p:cNvCxnSpPr>
            <a:cxnSpLocks/>
          </p:cNvCxnSpPr>
          <p:nvPr/>
        </p:nvCxnSpPr>
        <p:spPr>
          <a:xfrm flipV="1">
            <a:off x="34325560" y="6404004"/>
            <a:ext cx="0" cy="63457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37D6A05-6C1F-385B-3F0C-B8162FC06FD4}"/>
              </a:ext>
            </a:extLst>
          </p:cNvPr>
          <p:cNvCxnSpPr>
            <a:cxnSpLocks/>
          </p:cNvCxnSpPr>
          <p:nvPr/>
        </p:nvCxnSpPr>
        <p:spPr>
          <a:xfrm>
            <a:off x="34325560" y="6419244"/>
            <a:ext cx="18948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9F1A54E-5CF8-6972-EA02-A7E45218974F}"/>
              </a:ext>
            </a:extLst>
          </p:cNvPr>
          <p:cNvCxnSpPr>
            <a:cxnSpLocks/>
          </p:cNvCxnSpPr>
          <p:nvPr/>
        </p:nvCxnSpPr>
        <p:spPr>
          <a:xfrm>
            <a:off x="28275281" y="14328309"/>
            <a:ext cx="617220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7EF45B5-88FE-F373-22C1-F3439539605C}"/>
              </a:ext>
            </a:extLst>
          </p:cNvPr>
          <p:cNvCxnSpPr>
            <a:cxnSpLocks/>
          </p:cNvCxnSpPr>
          <p:nvPr/>
        </p:nvCxnSpPr>
        <p:spPr>
          <a:xfrm flipV="1">
            <a:off x="34447480" y="12900113"/>
            <a:ext cx="0" cy="14281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0851A05-42A7-2303-BC7D-67C2E0965ADC}"/>
              </a:ext>
            </a:extLst>
          </p:cNvPr>
          <p:cNvCxnSpPr>
            <a:cxnSpLocks/>
          </p:cNvCxnSpPr>
          <p:nvPr/>
        </p:nvCxnSpPr>
        <p:spPr>
          <a:xfrm>
            <a:off x="34434780" y="12900113"/>
            <a:ext cx="177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A6F9E0C-E0C8-404F-DDBC-2E555DAE0769}"/>
              </a:ext>
            </a:extLst>
          </p:cNvPr>
          <p:cNvCxnSpPr>
            <a:cxnSpLocks/>
          </p:cNvCxnSpPr>
          <p:nvPr/>
        </p:nvCxnSpPr>
        <p:spPr>
          <a:xfrm flipH="1">
            <a:off x="40904160" y="8936944"/>
            <a:ext cx="229928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2C1B6DB-6CEF-FAB2-AA3F-17DACD8CFC28}"/>
              </a:ext>
            </a:extLst>
          </p:cNvPr>
          <p:cNvCxnSpPr>
            <a:cxnSpLocks/>
          </p:cNvCxnSpPr>
          <p:nvPr/>
        </p:nvCxnSpPr>
        <p:spPr>
          <a:xfrm flipV="1">
            <a:off x="43203446" y="8929324"/>
            <a:ext cx="0" cy="10761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929965B-5252-1C0E-B03E-843A49A2038A}"/>
              </a:ext>
            </a:extLst>
          </p:cNvPr>
          <p:cNvCxnSpPr>
            <a:cxnSpLocks/>
          </p:cNvCxnSpPr>
          <p:nvPr/>
        </p:nvCxnSpPr>
        <p:spPr>
          <a:xfrm>
            <a:off x="43203446" y="9997830"/>
            <a:ext cx="833952" cy="76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0302343B-5CBE-9355-BCBB-B9BD447A104B}"/>
              </a:ext>
            </a:extLst>
          </p:cNvPr>
          <p:cNvSpPr/>
          <p:nvPr/>
        </p:nvSpPr>
        <p:spPr>
          <a:xfrm>
            <a:off x="18618200" y="23926800"/>
            <a:ext cx="2823597" cy="668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C29BF96-7B49-30D1-2C67-136F56187FD2}"/>
              </a:ext>
            </a:extLst>
          </p:cNvPr>
          <p:cNvSpPr/>
          <p:nvPr/>
        </p:nvSpPr>
        <p:spPr>
          <a:xfrm>
            <a:off x="44419356" y="24159249"/>
            <a:ext cx="2823597" cy="6682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61DC44-4F2B-036F-1FBA-081E0C09F625}"/>
              </a:ext>
            </a:extLst>
          </p:cNvPr>
          <p:cNvSpPr txBox="1"/>
          <p:nvPr/>
        </p:nvSpPr>
        <p:spPr>
          <a:xfrm>
            <a:off x="10110574" y="25038419"/>
            <a:ext cx="470808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SG" altLang="en-US" sz="3500" b="1" dirty="0">
                <a:latin typeface="+mn-ea"/>
              </a:rPr>
              <a:t>原始 </a:t>
            </a:r>
            <a:r>
              <a:rPr lang="en-US" altLang="zh-SG" sz="3500" b="1" dirty="0">
                <a:latin typeface="+mn-ea"/>
              </a:rPr>
              <a:t>YOLO11n </a:t>
            </a:r>
            <a:r>
              <a:rPr lang="zh-SG" altLang="en-US" sz="3500" b="1" dirty="0">
                <a:latin typeface="+mn-ea"/>
              </a:rPr>
              <a:t>架构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D1E307-20C6-060B-8591-9F4EDCB26B0D}"/>
              </a:ext>
            </a:extLst>
          </p:cNvPr>
          <p:cNvSpPr txBox="1"/>
          <p:nvPr/>
        </p:nvSpPr>
        <p:spPr>
          <a:xfrm>
            <a:off x="37443277" y="25038419"/>
            <a:ext cx="529147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SG" altLang="en-US" sz="3500" b="1" dirty="0">
                <a:latin typeface="+mn-ea"/>
              </a:rPr>
              <a:t>改进 </a:t>
            </a:r>
            <a:r>
              <a:rPr lang="en-US" altLang="zh-SG" sz="3500" b="1" dirty="0">
                <a:latin typeface="+mn-ea"/>
              </a:rPr>
              <a:t>YOLO11n-ELA </a:t>
            </a:r>
            <a:r>
              <a:rPr lang="zh-SG" altLang="en-US" sz="3500" b="1" dirty="0">
                <a:latin typeface="+mn-ea"/>
              </a:rPr>
              <a:t>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E52745-3276-AD9E-EEC5-468550EE84EC}"/>
              </a:ext>
            </a:extLst>
          </p:cNvPr>
          <p:cNvSpPr txBox="1"/>
          <p:nvPr/>
        </p:nvSpPr>
        <p:spPr>
          <a:xfrm>
            <a:off x="12599894" y="13316181"/>
            <a:ext cx="25199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18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SG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3.5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205651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667DCF7EB7E4DBD39561EBC42BFAD58962BFE6AAEFBF82D43F52CB8B224A6BE5" val="[{&quot;GradientColorId&quot;:&quot;&quot;,&quot;IsFree&quot;:true,&quot;IsGradient&quot;:false,&quot;ImagePath&quot;:&quot;&quot;,&quot;GradientColor&quot;:null,&quot;SimpleColor&quot;:&quot;#000000&quot;},{&quot;GradientColorId&quot;:&quot;&quot;,&quot;IsFree&quot;:true,&quot;IsGradient&quot;:false,&quot;ImagePath&quot;:&quot;&quot;,&quot;GradientColor&quot;:null,&quot;SimpleColor&quot;:&quot;#E7E6E6&quot;}]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22</Words>
  <Application>Microsoft Office PowerPoint</Application>
  <PresentationFormat>自定义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羽鑫 张</dc:creator>
  <cp:lastModifiedBy>羽鑫 张</cp:lastModifiedBy>
  <cp:revision>4</cp:revision>
  <dcterms:created xsi:type="dcterms:W3CDTF">2026-04-14T03:15:20Z</dcterms:created>
  <dcterms:modified xsi:type="dcterms:W3CDTF">2026-04-16T07:08:33Z</dcterms:modified>
</cp:coreProperties>
</file>